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4630400" cy="9753600"/>
  <p:notesSz cx="146304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3023616"/>
            <a:ext cx="1243584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5462016"/>
            <a:ext cx="1024128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2243328"/>
            <a:ext cx="6364224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2243328"/>
            <a:ext cx="6364224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1520" y="390144"/>
            <a:ext cx="1316736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1520" y="2243328"/>
            <a:ext cx="1316736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9070848"/>
            <a:ext cx="4681728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9070848"/>
            <a:ext cx="3364992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9070848"/>
            <a:ext cx="3364992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jpg"/><Relationship Id="rId9" Type="http://schemas.openxmlformats.org/officeDocument/2006/relationships/image" Target="../media/image8.pn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png"/><Relationship Id="rId23" Type="http://schemas.openxmlformats.org/officeDocument/2006/relationships/image" Target="../media/image22.jpg"/><Relationship Id="rId24" Type="http://schemas.openxmlformats.org/officeDocument/2006/relationships/image" Target="../media/image23.jpg"/><Relationship Id="rId25" Type="http://schemas.openxmlformats.org/officeDocument/2006/relationships/image" Target="../media/image24.jpg"/><Relationship Id="rId26" Type="http://schemas.openxmlformats.org/officeDocument/2006/relationships/image" Target="../media/image25.jpg"/><Relationship Id="rId27" Type="http://schemas.openxmlformats.org/officeDocument/2006/relationships/image" Target="../media/image26.jpg"/><Relationship Id="rId28" Type="http://schemas.openxmlformats.org/officeDocument/2006/relationships/image" Target="../media/image27.jpg"/><Relationship Id="rId29" Type="http://schemas.openxmlformats.org/officeDocument/2006/relationships/image" Target="../media/image28.jpg"/><Relationship Id="rId30" Type="http://schemas.openxmlformats.org/officeDocument/2006/relationships/image" Target="../media/image29.jpg"/><Relationship Id="rId31" Type="http://schemas.openxmlformats.org/officeDocument/2006/relationships/image" Target="../media/image30.jpg"/><Relationship Id="rId32" Type="http://schemas.openxmlformats.org/officeDocument/2006/relationships/image" Target="../media/image31.jpg"/><Relationship Id="rId33" Type="http://schemas.openxmlformats.org/officeDocument/2006/relationships/image" Target="../media/image32.jpg"/><Relationship Id="rId34" Type="http://schemas.openxmlformats.org/officeDocument/2006/relationships/image" Target="../media/image33.jpg"/><Relationship Id="rId35" Type="http://schemas.openxmlformats.org/officeDocument/2006/relationships/image" Target="../media/image34.jpg"/><Relationship Id="rId36" Type="http://schemas.openxmlformats.org/officeDocument/2006/relationships/image" Target="../media/image35.jpg"/><Relationship Id="rId37" Type="http://schemas.openxmlformats.org/officeDocument/2006/relationships/image" Target="../media/image36.jpg"/><Relationship Id="rId38" Type="http://schemas.openxmlformats.org/officeDocument/2006/relationships/image" Target="../media/image37.jpg"/><Relationship Id="rId39" Type="http://schemas.openxmlformats.org/officeDocument/2006/relationships/image" Target="../media/image38.jpg"/><Relationship Id="rId40" Type="http://schemas.openxmlformats.org/officeDocument/2006/relationships/image" Target="../media/image39.jpg"/><Relationship Id="rId41" Type="http://schemas.openxmlformats.org/officeDocument/2006/relationships/image" Target="../media/image40.jpg"/><Relationship Id="rId42" Type="http://schemas.openxmlformats.org/officeDocument/2006/relationships/image" Target="../media/image41.jpg"/><Relationship Id="rId43" Type="http://schemas.openxmlformats.org/officeDocument/2006/relationships/image" Target="../media/image42.jpg"/><Relationship Id="rId44" Type="http://schemas.openxmlformats.org/officeDocument/2006/relationships/image" Target="../media/image43.jpg"/><Relationship Id="rId45" Type="http://schemas.openxmlformats.org/officeDocument/2006/relationships/image" Target="../media/image4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868275" y="76200"/>
            <a:ext cx="1577974" cy="342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9175" y="285750"/>
            <a:ext cx="200025" cy="4476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647365" y="548745"/>
            <a:ext cx="61594" cy="2317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solidFill>
                  <a:srgbClr val="3D87AC"/>
                </a:solidFill>
                <a:latin typeface="Arial MT"/>
                <a:cs typeface="Arial MT"/>
              </a:rPr>
              <a:t>'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47853" y="367770"/>
            <a:ext cx="1506855" cy="41275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 marR="5080" indent="32384">
              <a:lnSpc>
                <a:spcPts val="1430"/>
              </a:lnSpc>
              <a:spcBef>
                <a:spcPts val="310"/>
              </a:spcBef>
              <a:tabLst>
                <a:tab pos="1394460" algn="l"/>
              </a:tabLst>
            </a:pPr>
            <a:r>
              <a:rPr dirty="0" sz="1350">
                <a:solidFill>
                  <a:srgbClr val="EBFBFF"/>
                </a:solidFill>
                <a:latin typeface="Arial MT"/>
                <a:cs typeface="Arial MT"/>
              </a:rPr>
              <a:t>Project</a:t>
            </a:r>
            <a:r>
              <a:rPr dirty="0" sz="1350" spc="95">
                <a:solidFill>
                  <a:srgbClr val="EBFBFF"/>
                </a:solidFill>
                <a:latin typeface="Arial MT"/>
                <a:cs typeface="Arial MT"/>
              </a:rPr>
              <a:t> </a:t>
            </a:r>
            <a:r>
              <a:rPr dirty="0" sz="1350" spc="-65">
                <a:solidFill>
                  <a:srgbClr val="213456"/>
                </a:solidFill>
                <a:latin typeface="Arial MT"/>
                <a:cs typeface="Arial MT"/>
              </a:rPr>
              <a:t>Over</a:t>
            </a:r>
            <a:r>
              <a:rPr dirty="0" sz="1350" spc="-180">
                <a:solidFill>
                  <a:srgbClr val="213456"/>
                </a:solidFill>
                <a:latin typeface="Arial MT"/>
                <a:cs typeface="Arial MT"/>
              </a:rPr>
              <a:t> </a:t>
            </a:r>
            <a:r>
              <a:rPr dirty="0" sz="1350" spc="-50">
                <a:solidFill>
                  <a:srgbClr val="DFF0FF"/>
                </a:solidFill>
                <a:latin typeface="Arial MT"/>
                <a:cs typeface="Arial MT"/>
              </a:rPr>
              <a:t>v</a:t>
            </a:r>
            <a:r>
              <a:rPr dirty="0" sz="1350">
                <a:solidFill>
                  <a:srgbClr val="DFF0FF"/>
                </a:solidFill>
                <a:latin typeface="Arial MT"/>
                <a:cs typeface="Arial MT"/>
              </a:rPr>
              <a:t>	</a:t>
            </a:r>
            <a:r>
              <a:rPr dirty="0" sz="1350" spc="-50">
                <a:solidFill>
                  <a:srgbClr val="66829A"/>
                </a:solidFill>
                <a:latin typeface="Arial MT"/>
                <a:cs typeface="Arial MT"/>
              </a:rPr>
              <a:t>8 </a:t>
            </a:r>
            <a:r>
              <a:rPr dirty="0" sz="1350" spc="-120">
                <a:solidFill>
                  <a:srgbClr val="BCD1E6"/>
                </a:solidFill>
                <a:latin typeface="Arial MT"/>
                <a:cs typeface="Arial MT"/>
              </a:rPr>
              <a:t>Sys</a:t>
            </a:r>
            <a:r>
              <a:rPr dirty="0" sz="1350" spc="-160">
                <a:solidFill>
                  <a:srgbClr val="BCD1E6"/>
                </a:solidFill>
                <a:latin typeface="Arial MT"/>
                <a:cs typeface="Arial MT"/>
              </a:rPr>
              <a:t> </a:t>
            </a:r>
            <a:r>
              <a:rPr dirty="0" sz="1350" spc="-20">
                <a:solidFill>
                  <a:srgbClr val="2A3B56"/>
                </a:solidFill>
                <a:latin typeface="Arial MT"/>
                <a:cs typeface="Arial MT"/>
              </a:rPr>
              <a:t>tern</a:t>
            </a:r>
            <a:r>
              <a:rPr dirty="0" sz="1350" spc="10">
                <a:solidFill>
                  <a:srgbClr val="2A3B56"/>
                </a:solidFill>
                <a:latin typeface="Arial MT"/>
                <a:cs typeface="Arial MT"/>
              </a:rPr>
              <a:t> </a:t>
            </a:r>
            <a:r>
              <a:rPr dirty="0" sz="1350" spc="-25">
                <a:solidFill>
                  <a:srgbClr val="F9F9F9"/>
                </a:solidFill>
                <a:latin typeface="Arial MT"/>
                <a:cs typeface="Arial MT"/>
              </a:rPr>
              <a:t>Archit</a:t>
            </a:r>
            <a:r>
              <a:rPr dirty="0" sz="1350" spc="-215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dirty="0" sz="1350" spc="-25">
                <a:solidFill>
                  <a:srgbClr val="000F2D"/>
                </a:solidFill>
                <a:latin typeface="Arial MT"/>
                <a:cs typeface="Arial MT"/>
              </a:rPr>
              <a:t>ec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29868" y="837141"/>
            <a:ext cx="2214245" cy="908050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algn="r" marR="12065">
              <a:lnSpc>
                <a:spcPct val="100000"/>
              </a:lnSpc>
              <a:spcBef>
                <a:spcPts val="980"/>
              </a:spcBef>
            </a:pPr>
            <a:r>
              <a:rPr dirty="0" sz="1650" spc="-25">
                <a:latin typeface="Arial MT"/>
                <a:cs typeface="Arial MT"/>
              </a:rPr>
              <a:t>1.</a:t>
            </a:r>
            <a:r>
              <a:rPr dirty="0" sz="1650" spc="-155">
                <a:latin typeface="Arial MT"/>
                <a:cs typeface="Arial MT"/>
              </a:rPr>
              <a:t> </a:t>
            </a:r>
            <a:r>
              <a:rPr dirty="0" sz="1650" spc="-85">
                <a:solidFill>
                  <a:srgbClr val="161616"/>
                </a:solidFill>
                <a:latin typeface="Arial MT"/>
                <a:cs typeface="Arial MT"/>
              </a:rPr>
              <a:t>Problem</a:t>
            </a:r>
            <a:r>
              <a:rPr dirty="0" sz="1650" spc="-11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Stgtement</a:t>
            </a:r>
            <a:endParaRPr sz="1650">
              <a:latin typeface="Arial MT"/>
              <a:cs typeface="Arial MT"/>
            </a:endParaRPr>
          </a:p>
          <a:p>
            <a:pPr algn="r" marR="5080">
              <a:lnSpc>
                <a:spcPts val="1660"/>
              </a:lnSpc>
              <a:spcBef>
                <a:spcPts val="770"/>
              </a:spcBef>
            </a:pPr>
            <a:r>
              <a:rPr dirty="0" sz="1450" spc="-130">
                <a:solidFill>
                  <a:srgbClr val="0F0F0F"/>
                </a:solidFill>
                <a:latin typeface="Arial MT"/>
                <a:cs typeface="Arial MT"/>
              </a:rPr>
              <a:t>Market</a:t>
            </a:r>
            <a:r>
              <a:rPr dirty="0" sz="1450" spc="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450" spc="-155">
                <a:latin typeface="Arial MT"/>
                <a:cs typeface="Arial MT"/>
              </a:rPr>
              <a:t>research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 spc="-105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14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450" spc="-60">
                <a:solidFill>
                  <a:srgbClr val="030303"/>
                </a:solidFill>
                <a:latin typeface="Arial MT"/>
                <a:cs typeface="Arial MT"/>
              </a:rPr>
              <a:t>traditionally:</a:t>
            </a:r>
            <a:endParaRPr sz="1450">
              <a:latin typeface="Arial MT"/>
              <a:cs typeface="Arial MT"/>
            </a:endParaRPr>
          </a:p>
          <a:p>
            <a:pPr marL="187960" indent="-175260">
              <a:lnSpc>
                <a:spcPts val="1655"/>
              </a:lnSpc>
              <a:buClr>
                <a:srgbClr val="0E0E0E"/>
              </a:buClr>
              <a:buChar char="•"/>
              <a:tabLst>
                <a:tab pos="187960" algn="l"/>
              </a:tabLst>
            </a:pPr>
            <a:r>
              <a:rPr dirty="0" sz="1450" spc="-155">
                <a:solidFill>
                  <a:srgbClr val="030303"/>
                </a:solidFill>
                <a:latin typeface="Arial MT"/>
                <a:cs typeface="Arial MT"/>
              </a:rPr>
              <a:t>TJme-</a:t>
            </a:r>
            <a:r>
              <a:rPr dirty="0" sz="1450" spc="-40">
                <a:solidFill>
                  <a:srgbClr val="030303"/>
                </a:solidFill>
                <a:latin typeface="Arial MT"/>
                <a:cs typeface="Arial MT"/>
              </a:rPr>
              <a:t>consuming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437692" y="850900"/>
            <a:ext cx="28702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C4FFE6"/>
                </a:solidFill>
                <a:latin typeface="Arial MT"/>
                <a:cs typeface="Arial MT"/>
              </a:rPr>
              <a:t>,Q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32" name="object 3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991100" y="1038225"/>
            <a:ext cx="1285875" cy="142875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329868" y="1707091"/>
            <a:ext cx="3625215" cy="1114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7325" indent="-174625">
              <a:lnSpc>
                <a:spcPts val="1695"/>
              </a:lnSpc>
              <a:spcBef>
                <a:spcPts val="105"/>
              </a:spcBef>
              <a:buClr>
                <a:srgbClr val="000C1C"/>
              </a:buClr>
              <a:buChar char="•"/>
              <a:tabLst>
                <a:tab pos="187325" algn="l"/>
              </a:tabLst>
            </a:pPr>
            <a:r>
              <a:rPr dirty="0" sz="1450" spc="-160">
                <a:latin typeface="Arial MT"/>
                <a:cs typeface="Arial MT"/>
              </a:rPr>
              <a:t>Requires</a:t>
            </a:r>
            <a:r>
              <a:rPr dirty="0" sz="1450" spc="100">
                <a:latin typeface="Arial MT"/>
                <a:cs typeface="Arial MT"/>
              </a:rPr>
              <a:t> </a:t>
            </a:r>
            <a:r>
              <a:rPr dirty="0" sz="1450" spc="-155">
                <a:solidFill>
                  <a:srgbClr val="131313"/>
                </a:solidFill>
                <a:latin typeface="Arial MT"/>
                <a:cs typeface="Arial MT"/>
              </a:rPr>
              <a:t>manual</a:t>
            </a:r>
            <a:r>
              <a:rPr dirty="0" sz="1450" spc="8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450" spc="-140">
                <a:solidFill>
                  <a:srgbClr val="0E0E0E"/>
                </a:solidFill>
                <a:latin typeface="Arial MT"/>
                <a:cs typeface="Arial MT"/>
              </a:rPr>
              <a:t>searching</a:t>
            </a:r>
            <a:r>
              <a:rPr dirty="0" sz="145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450" spc="-150">
                <a:solidFill>
                  <a:srgbClr val="161616"/>
                </a:solidFill>
                <a:latin typeface="Arial MT"/>
                <a:cs typeface="Arial MT"/>
              </a:rPr>
              <a:t>and</a:t>
            </a:r>
            <a:r>
              <a:rPr dirty="0" sz="1450" spc="-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A0A0A"/>
                </a:solidFill>
                <a:latin typeface="Arial MT"/>
                <a:cs typeface="Arial MT"/>
              </a:rPr>
              <a:t>analysis</a:t>
            </a:r>
            <a:endParaRPr sz="1450">
              <a:latin typeface="Arial MT"/>
              <a:cs typeface="Arial MT"/>
            </a:endParaRPr>
          </a:p>
          <a:p>
            <a:pPr marL="184785" indent="-172085">
              <a:lnSpc>
                <a:spcPts val="1689"/>
              </a:lnSpc>
              <a:buChar char="•"/>
              <a:tabLst>
                <a:tab pos="184785" algn="l"/>
              </a:tabLst>
            </a:pPr>
            <a:r>
              <a:rPr dirty="0" sz="1450" spc="-120">
                <a:latin typeface="Arial MT"/>
                <a:cs typeface="Arial MT"/>
              </a:rPr>
              <a:t>Involves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 spc="-120">
                <a:solidFill>
                  <a:srgbClr val="0E0E0E"/>
                </a:solidFill>
                <a:latin typeface="Arial MT"/>
                <a:cs typeface="Arial MT"/>
              </a:rPr>
              <a:t>muhipie</a:t>
            </a:r>
            <a:r>
              <a:rPr dirty="0" sz="1450" spc="2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450" spc="-75">
                <a:solidFill>
                  <a:srgbClr val="050505"/>
                </a:solidFill>
                <a:latin typeface="Arial MT"/>
                <a:cs typeface="Arial MT"/>
              </a:rPr>
              <a:t>tools</a:t>
            </a:r>
            <a:r>
              <a:rPr dirty="0" sz="1450" spc="-5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1450" spc="-15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1450" spc="-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F0F0F"/>
                </a:solidFill>
                <a:latin typeface="Arial MT"/>
                <a:cs typeface="Arial MT"/>
              </a:rPr>
              <a:t>sources</a:t>
            </a:r>
            <a:endParaRPr sz="1450">
              <a:latin typeface="Arial MT"/>
              <a:cs typeface="Arial MT"/>
            </a:endParaRPr>
          </a:p>
          <a:p>
            <a:pPr marL="187960" indent="-175260">
              <a:lnSpc>
                <a:spcPts val="1725"/>
              </a:lnSpc>
              <a:buClr>
                <a:srgbClr val="111111"/>
              </a:buClr>
              <a:buChar char="•"/>
              <a:tabLst>
                <a:tab pos="187960" algn="l"/>
              </a:tabLst>
            </a:pPr>
            <a:r>
              <a:rPr dirty="0" sz="1450" spc="-60">
                <a:latin typeface="Arial MT"/>
                <a:cs typeface="Arial MT"/>
              </a:rPr>
              <a:t>Difficult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30">
                <a:solidFill>
                  <a:srgbClr val="050505"/>
                </a:solidFill>
                <a:latin typeface="Arial MT"/>
                <a:cs typeface="Arial MT"/>
              </a:rPr>
              <a:t>to</a:t>
            </a:r>
            <a:r>
              <a:rPr dirty="0" sz="1450" spc="-8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1450" spc="-100">
                <a:solidFill>
                  <a:srgbClr val="131313"/>
                </a:solidFill>
                <a:latin typeface="Arial MT"/>
                <a:cs typeface="Arial MT"/>
              </a:rPr>
              <a:t>validate</a:t>
            </a:r>
            <a:r>
              <a:rPr dirty="0" sz="1450" spc="6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450" spc="-114">
                <a:solidFill>
                  <a:srgbClr val="111111"/>
                </a:solidFill>
                <a:latin typeface="Arial MT"/>
                <a:cs typeface="Arial MT"/>
              </a:rPr>
              <a:t>source</a:t>
            </a:r>
            <a:r>
              <a:rPr dirty="0" sz="1450" spc="-5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F0F0F"/>
                </a:solidFill>
                <a:latin typeface="Arial MT"/>
                <a:cs typeface="Arial MT"/>
              </a:rPr>
              <a:t>credibility</a:t>
            </a:r>
            <a:endParaRPr sz="1450">
              <a:latin typeface="Arial MT"/>
              <a:cs typeface="Arial MT"/>
            </a:endParaRPr>
          </a:p>
          <a:p>
            <a:pPr marL="193040" indent="-180340">
              <a:lnSpc>
                <a:spcPts val="1725"/>
              </a:lnSpc>
              <a:buClr>
                <a:srgbClr val="050505"/>
              </a:buClr>
              <a:buChar char="•"/>
              <a:tabLst>
                <a:tab pos="193040" algn="l"/>
              </a:tabLst>
            </a:pPr>
            <a:r>
              <a:rPr dirty="0" sz="1450" spc="-140">
                <a:latin typeface="Arial MT"/>
                <a:cs typeface="Arial MT"/>
              </a:rPr>
              <a:t>Challenging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81818"/>
                </a:solidFill>
                <a:latin typeface="Arial MT"/>
                <a:cs typeface="Arial MT"/>
              </a:rPr>
              <a:t>to </a:t>
            </a:r>
            <a:r>
              <a:rPr dirty="0" sz="1450" spc="-130">
                <a:solidFill>
                  <a:srgbClr val="151515"/>
                </a:solidFill>
                <a:latin typeface="Arial MT"/>
                <a:cs typeface="Arial MT"/>
              </a:rPr>
              <a:t>organize</a:t>
            </a:r>
            <a:r>
              <a:rPr dirty="0" sz="1450" spc="7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findings</a:t>
            </a:r>
            <a:endParaRPr sz="1450">
              <a:latin typeface="Arial MT"/>
              <a:cs typeface="Arial MT"/>
            </a:endParaRPr>
          </a:p>
          <a:p>
            <a:pPr marL="187960" indent="-175260">
              <a:lnSpc>
                <a:spcPts val="1730"/>
              </a:lnSpc>
              <a:buClr>
                <a:srgbClr val="162841"/>
              </a:buClr>
              <a:buChar char="•"/>
              <a:tabLst>
                <a:tab pos="187960" algn="l"/>
              </a:tabLst>
            </a:pPr>
            <a:r>
              <a:rPr dirty="0" sz="1450" spc="-150">
                <a:solidFill>
                  <a:srgbClr val="1F1F1F"/>
                </a:solidFill>
                <a:latin typeface="Arial MT"/>
                <a:cs typeface="Arial MT"/>
              </a:rPr>
              <a:t>Needs</a:t>
            </a:r>
            <a:r>
              <a:rPr dirty="0" sz="1450" spc="-2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450" spc="-120">
                <a:solidFill>
                  <a:srgbClr val="1F1F1F"/>
                </a:solidFill>
                <a:latin typeface="Arial MT"/>
                <a:cs typeface="Arial MT"/>
              </a:rPr>
              <a:t>domain</a:t>
            </a:r>
            <a:r>
              <a:rPr dirty="0" sz="1450" spc="-7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450" spc="-90">
                <a:solidFill>
                  <a:srgbClr val="111111"/>
                </a:solidFill>
                <a:latin typeface="Arial MT"/>
                <a:cs typeface="Arial MT"/>
              </a:rPr>
              <a:t>expertise</a:t>
            </a:r>
            <a:r>
              <a:rPr dirty="0" sz="145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30303"/>
                </a:solidFill>
                <a:latin typeface="Arial MT"/>
                <a:cs typeface="Arial MT"/>
              </a:rPr>
              <a:t>for</a:t>
            </a:r>
            <a:r>
              <a:rPr dirty="0" sz="1450" spc="-45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1450" spc="-35">
                <a:solidFill>
                  <a:srgbClr val="151515"/>
                </a:solidFill>
                <a:latin typeface="Arial MT"/>
                <a:cs typeface="Arial MT"/>
              </a:rPr>
              <a:t>strategic</a:t>
            </a:r>
            <a:r>
              <a:rPr dirty="0" sz="1450" spc="3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450" spc="-15">
                <a:solidFill>
                  <a:srgbClr val="151515"/>
                </a:solidFill>
                <a:latin typeface="Arial MT"/>
                <a:cs typeface="Arial MT"/>
              </a:rPr>
              <a:t>reporting</a:t>
            </a:r>
            <a:endParaRPr sz="145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695825" y="2152650"/>
            <a:ext cx="180975" cy="18097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695825" y="2581275"/>
            <a:ext cx="180975" cy="171450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358415" y="2970212"/>
            <a:ext cx="3685540" cy="7061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604" marR="5080" indent="-2540">
              <a:lnSpc>
                <a:spcPct val="100099"/>
              </a:lnSpc>
              <a:spcBef>
                <a:spcPts val="110"/>
              </a:spcBef>
            </a:pPr>
            <a:r>
              <a:rPr dirty="0" sz="1550" spc="-145">
                <a:latin typeface="Arial MT"/>
                <a:cs typeface="Arial MT"/>
              </a:rPr>
              <a:t>Consulting</a:t>
            </a:r>
            <a:r>
              <a:rPr dirty="0" sz="1550" spc="60">
                <a:latin typeface="Arial MT"/>
                <a:cs typeface="Arial MT"/>
              </a:rPr>
              <a:t> </a:t>
            </a:r>
            <a:r>
              <a:rPr dirty="0" sz="1550" spc="-140">
                <a:solidFill>
                  <a:srgbClr val="050505"/>
                </a:solidFill>
                <a:latin typeface="Arial MT"/>
                <a:cs typeface="Arial MT"/>
              </a:rPr>
              <a:t>teams</a:t>
            </a:r>
            <a:r>
              <a:rPr dirty="0" sz="1550" spc="-1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1550" spc="-165">
                <a:latin typeface="Arial MT"/>
                <a:cs typeface="Arial MT"/>
              </a:rPr>
              <a:t>spend</a:t>
            </a:r>
            <a:r>
              <a:rPr dirty="0" sz="1550" spc="20">
                <a:latin typeface="Arial MT"/>
                <a:cs typeface="Arial MT"/>
              </a:rPr>
              <a:t> </a:t>
            </a:r>
            <a:r>
              <a:rPr dirty="0" sz="1550" spc="-120">
                <a:solidFill>
                  <a:srgbClr val="080808"/>
                </a:solidFill>
                <a:latin typeface="Arial MT"/>
                <a:cs typeface="Arial MT"/>
              </a:rPr>
              <a:t>significant</a:t>
            </a:r>
            <a:r>
              <a:rPr dirty="0" sz="1550" spc="2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111111"/>
                </a:solidFill>
                <a:latin typeface="Arial MT"/>
                <a:cs typeface="Arial MT"/>
              </a:rPr>
              <a:t>time</a:t>
            </a:r>
            <a:r>
              <a:rPr dirty="0" sz="155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550" spc="-120">
                <a:latin typeface="Arial MT"/>
                <a:cs typeface="Arial MT"/>
              </a:rPr>
              <a:t>collecting,</a:t>
            </a:r>
            <a:r>
              <a:rPr dirty="0" sz="1550" spc="55">
                <a:latin typeface="Arial MT"/>
                <a:cs typeface="Arial MT"/>
              </a:rPr>
              <a:t> </a:t>
            </a:r>
            <a:r>
              <a:rPr dirty="0" sz="1550" spc="-125">
                <a:latin typeface="Arial MT"/>
                <a:cs typeface="Arial MT"/>
              </a:rPr>
              <a:t>validating</a:t>
            </a:r>
            <a:r>
              <a:rPr dirty="0" sz="1550" spc="40">
                <a:latin typeface="Arial MT"/>
                <a:cs typeface="Arial MT"/>
              </a:rPr>
              <a:t> </a:t>
            </a:r>
            <a:r>
              <a:rPr dirty="0" sz="1550" spc="-175">
                <a:solidFill>
                  <a:srgbClr val="050505"/>
                </a:solidFill>
                <a:latin typeface="Arial MT"/>
                <a:cs typeface="Arial MT"/>
              </a:rPr>
              <a:t>and</a:t>
            </a:r>
            <a:r>
              <a:rPr dirty="0" sz="1550" spc="-9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1550" spc="-140">
                <a:latin typeface="Arial MT"/>
                <a:cs typeface="Arial MT"/>
              </a:rPr>
              <a:t>synthesizing</a:t>
            </a:r>
            <a:r>
              <a:rPr dirty="0" sz="1550" spc="30">
                <a:latin typeface="Arial MT"/>
                <a:cs typeface="Arial MT"/>
              </a:rPr>
              <a:t> </a:t>
            </a:r>
            <a:r>
              <a:rPr dirty="0" sz="1550" spc="-75">
                <a:latin typeface="Arial MT"/>
                <a:cs typeface="Arial MT"/>
              </a:rPr>
              <a:t>information’ </a:t>
            </a:r>
            <a:r>
              <a:rPr dirty="0" sz="1350" spc="-45">
                <a:latin typeface="Arial MT"/>
                <a:cs typeface="Arial MT"/>
              </a:rPr>
              <a:t>from.multiple</a:t>
            </a:r>
            <a:r>
              <a:rPr dirty="0" sz="1350" spc="15"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111111"/>
                </a:solidFill>
                <a:latin typeface="Arial MT"/>
                <a:cs typeface="Arial MT"/>
              </a:rPr>
              <a:t>soumes.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95825" y="3000375"/>
            <a:ext cx="190500" cy="409575"/>
            <a:chOff x="4695825" y="3000375"/>
            <a:chExt cx="190500" cy="409575"/>
          </a:xfrm>
        </p:grpSpPr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95825" y="3000375"/>
              <a:ext cx="180975" cy="1905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705350" y="3228975"/>
              <a:ext cx="180975" cy="180975"/>
            </a:xfrm>
            <a:prstGeom prst="rect">
              <a:avLst/>
            </a:prstGeom>
          </p:spPr>
        </p:pic>
      </p:grpSp>
      <p:pic>
        <p:nvPicPr>
          <p:cNvPr id="31" name="object 3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705350" y="3457575"/>
            <a:ext cx="180975" cy="180975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4965620" y="1297516"/>
            <a:ext cx="3497579" cy="25336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286385" indent="3175">
              <a:lnSpc>
                <a:spcPct val="92700"/>
              </a:lnSpc>
              <a:spcBef>
                <a:spcPts val="235"/>
              </a:spcBef>
            </a:pPr>
            <a:r>
              <a:rPr dirty="0" sz="1450" spc="-125">
                <a:solidFill>
                  <a:srgbClr val="151515"/>
                </a:solidFill>
                <a:latin typeface="Arial MT"/>
                <a:cs typeface="Arial MT"/>
              </a:rPr>
              <a:t>An</a:t>
            </a:r>
            <a:r>
              <a:rPr dirty="0" sz="1450" spc="2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450" spc="-70">
                <a:latin typeface="Arial MT"/>
                <a:cs typeface="Arial MT"/>
              </a:rPr>
              <a:t>Al-</a:t>
            </a:r>
            <a:r>
              <a:rPr dirty="0" sz="1450" spc="-90">
                <a:latin typeface="Arial MT"/>
                <a:cs typeface="Arial MT"/>
              </a:rPr>
              <a:t>powered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 spc="-65">
                <a:solidFill>
                  <a:srgbClr val="2D2D2D"/>
                </a:solidFill>
                <a:latin typeface="Arial MT"/>
                <a:cs typeface="Arial MT"/>
              </a:rPr>
              <a:t>multi-agent</a:t>
            </a:r>
            <a:r>
              <a:rPr dirty="0" sz="1450" spc="45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1450" spc="-105">
                <a:solidFill>
                  <a:srgbClr val="0F0F0F"/>
                </a:solidFill>
                <a:latin typeface="Arial MT"/>
                <a:cs typeface="Arial MT"/>
              </a:rPr>
              <a:t>research</a:t>
            </a:r>
            <a:r>
              <a:rPr dirty="0" sz="1450" spc="-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450" spc="-70">
                <a:solidFill>
                  <a:srgbClr val="797C9A"/>
                </a:solidFill>
                <a:latin typeface="Arial MT"/>
                <a:cs typeface="Arial MT"/>
              </a:rPr>
              <a:t>engine </a:t>
            </a:r>
            <a:r>
              <a:rPr dirty="0" sz="1450" spc="-35">
                <a:solidFill>
                  <a:srgbClr val="111111"/>
                </a:solidFill>
                <a:latin typeface="Arial MT"/>
                <a:cs typeface="Arial MT"/>
              </a:rPr>
              <a:t>that</a:t>
            </a:r>
            <a:r>
              <a:rPr dirty="0" sz="1450" spc="-6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50" spc="-80">
                <a:solidFill>
                  <a:srgbClr val="111111"/>
                </a:solidFill>
                <a:latin typeface="Arial MT"/>
                <a:cs typeface="Arial MT"/>
              </a:rPr>
              <a:t>automates</a:t>
            </a:r>
            <a:r>
              <a:rPr dirty="0" sz="145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50" spc="-70">
                <a:latin typeface="Arial MT"/>
                <a:cs typeface="Arial MT"/>
              </a:rPr>
              <a:t>the</a:t>
            </a:r>
            <a:r>
              <a:rPr dirty="0" sz="1450" spc="-105">
                <a:latin typeface="Arial MT"/>
                <a:cs typeface="Arial MT"/>
              </a:rPr>
              <a:t> </a:t>
            </a:r>
            <a:r>
              <a:rPr dirty="0" sz="1450" spc="-100">
                <a:solidFill>
                  <a:srgbClr val="0E0E0E"/>
                </a:solidFill>
                <a:latin typeface="Arial MT"/>
                <a:cs typeface="Arial MT"/>
              </a:rPr>
              <a:t>end-</a:t>
            </a:r>
            <a:r>
              <a:rPr dirty="0" sz="1450" spc="-80">
                <a:solidFill>
                  <a:srgbClr val="0E0E0E"/>
                </a:solidFill>
                <a:latin typeface="Arial MT"/>
                <a:cs typeface="Arial MT"/>
              </a:rPr>
              <a:t>to-</a:t>
            </a:r>
            <a:r>
              <a:rPr dirty="0" sz="1450" spc="-60">
                <a:solidFill>
                  <a:srgbClr val="0E0E0E"/>
                </a:solidFill>
                <a:latin typeface="Arial MT"/>
                <a:cs typeface="Arial MT"/>
              </a:rPr>
              <a:t>end</a:t>
            </a:r>
            <a:r>
              <a:rPr dirty="0" sz="1450" spc="7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A1A1A"/>
                </a:solidFill>
                <a:latin typeface="Arial MT"/>
                <a:cs typeface="Arial MT"/>
              </a:rPr>
              <a:t>market </a:t>
            </a:r>
            <a:r>
              <a:rPr dirty="0" sz="1450" spc="-110">
                <a:latin typeface="Arial MT"/>
                <a:cs typeface="Arial MT"/>
              </a:rPr>
              <a:t>research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workflow.</a:t>
            </a:r>
            <a:endParaRPr sz="1450">
              <a:latin typeface="Arial MT"/>
              <a:cs typeface="Arial MT"/>
            </a:endParaRPr>
          </a:p>
          <a:p>
            <a:pPr marL="29209" marR="5080" indent="5715">
              <a:lnSpc>
                <a:spcPct val="98300"/>
              </a:lnSpc>
              <a:spcBef>
                <a:spcPts val="1215"/>
              </a:spcBef>
            </a:pPr>
            <a:r>
              <a:rPr dirty="0" sz="1450" spc="-85">
                <a:latin typeface="Arial MT"/>
                <a:cs typeface="Arial MT"/>
              </a:rPr>
              <a:t>ConveM</a:t>
            </a:r>
            <a:r>
              <a:rPr dirty="0" sz="1450" spc="-65">
                <a:latin typeface="Arial MT"/>
                <a:cs typeface="Arial MT"/>
              </a:rPr>
              <a:t> </a:t>
            </a:r>
            <a:r>
              <a:rPr dirty="0" sz="1450" spc="-145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dirty="0" sz="1450" spc="-6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450" spc="-110">
                <a:solidFill>
                  <a:srgbClr val="070707"/>
                </a:solidFill>
                <a:latin typeface="Arial MT"/>
                <a:cs typeface="Arial MT"/>
              </a:rPr>
              <a:t>user's</a:t>
            </a:r>
            <a:r>
              <a:rPr dirty="0" sz="1450" spc="-65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dirty="0" sz="1450" spc="-105">
                <a:solidFill>
                  <a:srgbClr val="1A1A1A"/>
                </a:solidFill>
                <a:latin typeface="Arial MT"/>
                <a:cs typeface="Arial MT"/>
              </a:rPr>
              <a:t>research</a:t>
            </a:r>
            <a:r>
              <a:rPr dirty="0" sz="145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450" spc="-110">
                <a:solidFill>
                  <a:srgbClr val="1A1A1A"/>
                </a:solidFill>
                <a:latin typeface="Arial MT"/>
                <a:cs typeface="Arial MT"/>
              </a:rPr>
              <a:t>quesgon</a:t>
            </a:r>
            <a:r>
              <a:rPr dirty="0" sz="1450" spc="-1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450" spc="-55">
                <a:latin typeface="Arial MT"/>
                <a:cs typeface="Arial MT"/>
              </a:rPr>
              <a:t>into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 spc="-50">
                <a:solidFill>
                  <a:srgbClr val="4F6482"/>
                </a:solidFill>
                <a:latin typeface="Arial MT"/>
                <a:cs typeface="Arial MT"/>
              </a:rPr>
              <a:t>a </a:t>
            </a:r>
            <a:r>
              <a:rPr dirty="0" sz="1450" spc="-80">
                <a:solidFill>
                  <a:srgbClr val="0C0C0C"/>
                </a:solidFill>
                <a:latin typeface="Arial MT"/>
                <a:cs typeface="Arial MT"/>
              </a:rPr>
              <a:t>strumured,</a:t>
            </a:r>
            <a:r>
              <a:rPr dirty="0" sz="1450" spc="-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450" spc="-95">
                <a:latin typeface="Arial MT"/>
                <a:cs typeface="Arial MT"/>
              </a:rPr>
              <a:t>evidence-</a:t>
            </a:r>
            <a:r>
              <a:rPr dirty="0" sz="1450" spc="-105">
                <a:latin typeface="Arial MT"/>
                <a:cs typeface="Arial MT"/>
              </a:rPr>
              <a:t>backed</a:t>
            </a:r>
            <a:r>
              <a:rPr dirty="0" sz="1450" spc="-45">
                <a:latin typeface="Arial MT"/>
                <a:cs typeface="Arial MT"/>
              </a:rPr>
              <a:t> </a:t>
            </a:r>
            <a:r>
              <a:rPr dirty="0" sz="1450" spc="-70">
                <a:latin typeface="Arial MT"/>
                <a:cs typeface="Arial MT"/>
              </a:rPr>
              <a:t>strategic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50505"/>
                </a:solidFill>
                <a:latin typeface="Arial MT"/>
                <a:cs typeface="Arial MT"/>
              </a:rPr>
              <a:t>report. </a:t>
            </a:r>
            <a:r>
              <a:rPr dirty="0" sz="1450" spc="-165">
                <a:solidFill>
                  <a:srgbClr val="151515"/>
                </a:solidFill>
                <a:latin typeface="Arial MT"/>
                <a:cs typeface="Arial MT"/>
              </a:rPr>
              <a:t>Uses</a:t>
            </a:r>
            <a:r>
              <a:rPr dirty="0" sz="1450" spc="-2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450" spc="-100">
                <a:latin typeface="Arial MT"/>
                <a:cs typeface="Arial MT"/>
              </a:rPr>
              <a:t>specialized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90">
                <a:solidFill>
                  <a:srgbClr val="1F1F1F"/>
                </a:solidFill>
                <a:latin typeface="Arial MT"/>
                <a:cs typeface="Arial MT"/>
              </a:rPr>
              <a:t>AI </a:t>
            </a:r>
            <a:r>
              <a:rPr dirty="0" sz="1450" spc="-105">
                <a:solidFill>
                  <a:srgbClr val="070707"/>
                </a:solidFill>
                <a:latin typeface="Arial MT"/>
                <a:cs typeface="Arial MT"/>
              </a:rPr>
              <a:t>agents</a:t>
            </a:r>
            <a:r>
              <a:rPr dirty="0" sz="1450" spc="-75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dirty="0" sz="1450" spc="-30">
                <a:solidFill>
                  <a:srgbClr val="050505"/>
                </a:solidFill>
                <a:latin typeface="Arial MT"/>
                <a:cs typeface="Arial MT"/>
              </a:rPr>
              <a:t>for</a:t>
            </a:r>
            <a:r>
              <a:rPr dirty="0" sz="1450" spc="-7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planning, </a:t>
            </a:r>
            <a:r>
              <a:rPr dirty="0" sz="1450" spc="-125">
                <a:latin typeface="Arial MT"/>
                <a:cs typeface="Arial MT"/>
              </a:rPr>
              <a:t>research,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 spc="-75">
                <a:latin typeface="Arial MT"/>
                <a:cs typeface="Arial MT"/>
              </a:rPr>
              <a:t>extraction,</a:t>
            </a:r>
            <a:r>
              <a:rPr dirty="0" sz="1450" spc="-10">
                <a:latin typeface="Arial MT"/>
                <a:cs typeface="Arial MT"/>
              </a:rPr>
              <a:t> </a:t>
            </a:r>
            <a:r>
              <a:rPr dirty="0" sz="1450" spc="-70">
                <a:latin typeface="Arial MT"/>
                <a:cs typeface="Arial MT"/>
              </a:rPr>
              <a:t>validation</a:t>
            </a:r>
            <a:r>
              <a:rPr dirty="0" sz="1450" spc="-15">
                <a:latin typeface="Arial MT"/>
                <a:cs typeface="Arial MT"/>
              </a:rPr>
              <a:t> </a:t>
            </a:r>
            <a:r>
              <a:rPr dirty="0" sz="1450" spc="-95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1450" spc="-5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reporting. </a:t>
            </a:r>
            <a:r>
              <a:rPr dirty="0" sz="1450" spc="-130">
                <a:solidFill>
                  <a:srgbClr val="0E0E0E"/>
                </a:solidFill>
                <a:latin typeface="Arial MT"/>
                <a:cs typeface="Arial MT"/>
              </a:rPr>
              <a:t>Provides</a:t>
            </a:r>
            <a:r>
              <a:rPr dirty="0" sz="1450" spc="5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1450" spc="-100">
                <a:solidFill>
                  <a:srgbClr val="050505"/>
                </a:solidFill>
                <a:latin typeface="Arial MT"/>
                <a:cs typeface="Arial MT"/>
              </a:rPr>
              <a:t>traceable</a:t>
            </a:r>
            <a:r>
              <a:rPr dirty="0" sz="1450" spc="4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1450" spc="-60">
                <a:solidFill>
                  <a:srgbClr val="181818"/>
                </a:solidFill>
                <a:latin typeface="Arial MT"/>
                <a:cs typeface="Arial MT"/>
              </a:rPr>
              <a:t>citations</a:t>
            </a:r>
            <a:r>
              <a:rPr dirty="0" sz="1450" spc="4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450" spc="-125">
                <a:solidFill>
                  <a:srgbClr val="000121"/>
                </a:solidFill>
                <a:latin typeface="Arial MT"/>
                <a:cs typeface="Arial MT"/>
              </a:rPr>
              <a:t>and</a:t>
            </a:r>
            <a:r>
              <a:rPr dirty="0" sz="1450" spc="-75">
                <a:solidFill>
                  <a:srgbClr val="000121"/>
                </a:solidFill>
                <a:latin typeface="Arial MT"/>
                <a:cs typeface="Arial MT"/>
              </a:rPr>
              <a:t> </a:t>
            </a:r>
            <a:r>
              <a:rPr dirty="0" sz="1450" spc="-114">
                <a:solidFill>
                  <a:srgbClr val="111111"/>
                </a:solidFill>
                <a:latin typeface="Arial MT"/>
                <a:cs typeface="Arial MT"/>
              </a:rPr>
              <a:t>soume</a:t>
            </a:r>
            <a:r>
              <a:rPr dirty="0" sz="1450" spc="-5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C0C0C"/>
                </a:solidFill>
                <a:latin typeface="Arial MT"/>
                <a:cs typeface="Arial MT"/>
              </a:rPr>
              <a:t>links. </a:t>
            </a:r>
            <a:r>
              <a:rPr dirty="0" sz="1450" spc="-185">
                <a:latin typeface="Arial MT"/>
                <a:cs typeface="Arial MT"/>
              </a:rPr>
              <a:t>Saves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140">
                <a:solidFill>
                  <a:srgbClr val="0F0F0F"/>
                </a:solidFill>
                <a:latin typeface="Arial MT"/>
                <a:cs typeface="Arial MT"/>
              </a:rPr>
              <a:t>research</a:t>
            </a:r>
            <a:r>
              <a:rPr dirty="0" sz="145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450" spc="-75">
                <a:solidFill>
                  <a:srgbClr val="131313"/>
                </a:solidFill>
                <a:latin typeface="Arial MT"/>
                <a:cs typeface="Arial MT"/>
              </a:rPr>
              <a:t>history</a:t>
            </a:r>
            <a:r>
              <a:rPr dirty="0" sz="1450" spc="-2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450" spc="-45">
                <a:latin typeface="Arial MT"/>
                <a:cs typeface="Arial MT"/>
              </a:rPr>
              <a:t>with</a:t>
            </a:r>
            <a:r>
              <a:rPr dirty="0" sz="1450" spc="-60">
                <a:latin typeface="Arial MT"/>
                <a:cs typeface="Arial MT"/>
              </a:rPr>
              <a:t> </a:t>
            </a:r>
            <a:r>
              <a:rPr dirty="0" sz="1450" spc="-114">
                <a:latin typeface="Arial MT"/>
                <a:cs typeface="Arial MT"/>
              </a:rPr>
              <a:t>user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 spc="-65">
                <a:latin typeface="Arial MT"/>
                <a:cs typeface="Arial MT"/>
              </a:rPr>
              <a:t>authenticaiJon.</a:t>
            </a:r>
            <a:endParaRPr sz="1450">
              <a:latin typeface="Arial MT"/>
              <a:cs typeface="Arial MT"/>
            </a:endParaRPr>
          </a:p>
          <a:p>
            <a:pPr marL="56515" marR="555625" indent="1905">
              <a:lnSpc>
                <a:spcPts val="1500"/>
              </a:lnSpc>
              <a:spcBef>
                <a:spcPts val="309"/>
              </a:spcBef>
            </a:pPr>
            <a:r>
              <a:rPr dirty="0" sz="1450" spc="-150">
                <a:latin typeface="Arial MT"/>
                <a:cs typeface="Arial MT"/>
              </a:rPr>
              <a:t>Designed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 spc="-70">
                <a:solidFill>
                  <a:srgbClr val="080808"/>
                </a:solidFill>
                <a:latin typeface="Arial MT"/>
                <a:cs typeface="Arial MT"/>
              </a:rPr>
              <a:t>with</a:t>
            </a:r>
            <a:r>
              <a:rPr dirty="0" sz="1450" spc="-6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1450" spc="-145">
                <a:solidFill>
                  <a:srgbClr val="050505"/>
                </a:solidFill>
                <a:latin typeface="Arial MT"/>
                <a:cs typeface="Arial MT"/>
              </a:rPr>
              <a:t>a</a:t>
            </a:r>
            <a:r>
              <a:rPr dirty="0" sz="1450" spc="-3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1450" spc="-120">
                <a:solidFill>
                  <a:srgbClr val="050505"/>
                </a:solidFill>
                <a:latin typeface="Arial MT"/>
                <a:cs typeface="Arial MT"/>
              </a:rPr>
              <a:t>McKinsey-</a:t>
            </a:r>
            <a:r>
              <a:rPr dirty="0" sz="1450" spc="-95">
                <a:solidFill>
                  <a:srgbClr val="050505"/>
                </a:solidFill>
                <a:latin typeface="Arial MT"/>
                <a:cs typeface="Arial MT"/>
              </a:rPr>
              <a:t>style</a:t>
            </a:r>
            <a:r>
              <a:rPr dirty="0" sz="1450" spc="-10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1450" spc="-65">
                <a:latin typeface="Arial MT"/>
                <a:cs typeface="Arial MT"/>
              </a:rPr>
              <a:t>strategic </a:t>
            </a:r>
            <a:r>
              <a:rPr dirty="0" sz="1450" spc="-114">
                <a:solidFill>
                  <a:srgbClr val="070707"/>
                </a:solidFill>
                <a:latin typeface="Arial MT"/>
                <a:cs typeface="Arial MT"/>
              </a:rPr>
              <a:t>analysis</a:t>
            </a:r>
            <a:r>
              <a:rPr dirty="0" sz="1450" spc="45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approach.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569490" y="1249362"/>
            <a:ext cx="303530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1120">
                <a:solidFill>
                  <a:srgbClr val="3885F9"/>
                </a:solidFill>
                <a:latin typeface="Arial MT"/>
                <a:cs typeface="Arial MT"/>
              </a:rPr>
              <a:t>GG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0074909" y="837141"/>
            <a:ext cx="4002404" cy="1555750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650" spc="-10">
                <a:solidFill>
                  <a:srgbClr val="00031A"/>
                </a:solidFill>
                <a:latin typeface="Arial MT"/>
                <a:cs typeface="Arial MT"/>
              </a:rPr>
              <a:t>3.</a:t>
            </a:r>
            <a:r>
              <a:rPr dirty="0" sz="1650" spc="-100">
                <a:solidFill>
                  <a:srgbClr val="00031A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071631"/>
                </a:solidFill>
                <a:latin typeface="Arial MT"/>
                <a:cs typeface="Arial MT"/>
              </a:rPr>
              <a:t>Ooe-</a:t>
            </a:r>
            <a:r>
              <a:rPr dirty="0" sz="1650" spc="-25">
                <a:solidFill>
                  <a:srgbClr val="071631"/>
                </a:solidFill>
                <a:latin typeface="Arial MT"/>
                <a:cs typeface="Arial MT"/>
              </a:rPr>
              <a:t>dlnute</a:t>
            </a:r>
            <a:r>
              <a:rPr dirty="0" sz="1650" spc="-65">
                <a:solidFill>
                  <a:srgbClr val="071631"/>
                </a:solidFill>
                <a:latin typeface="Arial MT"/>
                <a:cs typeface="Arial MT"/>
              </a:rPr>
              <a:t> </a:t>
            </a:r>
            <a:r>
              <a:rPr dirty="0" sz="1650" spc="-60">
                <a:solidFill>
                  <a:srgbClr val="0C1334"/>
                </a:solidFill>
                <a:latin typeface="Arial MT"/>
                <a:cs typeface="Arial MT"/>
              </a:rPr>
              <a:t>Protest</a:t>
            </a:r>
            <a:r>
              <a:rPr dirty="0" sz="1650" spc="-25">
                <a:solidFill>
                  <a:srgbClr val="0C1334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8163B"/>
                </a:solidFill>
                <a:latin typeface="Arial MT"/>
                <a:cs typeface="Arial MT"/>
              </a:rPr>
              <a:t>GpNnatlon</a:t>
            </a:r>
            <a:endParaRPr sz="1650">
              <a:latin typeface="Arial MT"/>
              <a:cs typeface="Arial MT"/>
            </a:endParaRPr>
          </a:p>
          <a:p>
            <a:pPr marL="50800" marR="187325" indent="6985">
              <a:lnSpc>
                <a:spcPct val="97000"/>
              </a:lnSpc>
              <a:spcBef>
                <a:spcPts val="825"/>
              </a:spcBef>
            </a:pPr>
            <a:r>
              <a:rPr dirty="0" sz="1450" spc="-1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dirty="0" sz="1450" spc="-7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450" spc="-30">
                <a:solidFill>
                  <a:srgbClr val="181818"/>
                </a:solidFill>
                <a:latin typeface="Calibri"/>
                <a:cs typeface="Calibri"/>
              </a:rPr>
              <a:t>McKinsey</a:t>
            </a:r>
            <a:r>
              <a:rPr dirty="0" sz="1450" spc="14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62626"/>
                </a:solidFill>
                <a:latin typeface="Calibri"/>
                <a:cs typeface="Calibri"/>
              </a:rPr>
              <a:t>Ai</a:t>
            </a:r>
            <a:r>
              <a:rPr dirty="0" sz="1450" spc="-4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450" spc="-50">
                <a:solidFill>
                  <a:srgbClr val="343434"/>
                </a:solidFill>
                <a:latin typeface="Calibri"/>
                <a:cs typeface="Calibri"/>
              </a:rPr>
              <a:t>Market</a:t>
            </a:r>
            <a:r>
              <a:rPr dirty="0" sz="1450" spc="-1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0F0F0F"/>
                </a:solidFill>
                <a:latin typeface="Calibri"/>
                <a:cs typeface="Calibri"/>
              </a:rPr>
              <a:t>Research</a:t>
            </a:r>
            <a:r>
              <a:rPr dirty="0" sz="1450" spc="-5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0F0F0F"/>
                </a:solidFill>
                <a:latin typeface="Calibri"/>
                <a:cs typeface="Calibri"/>
              </a:rPr>
              <a:t>Engine</a:t>
            </a:r>
            <a:r>
              <a:rPr dirty="0" sz="1450" spc="-6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030303"/>
                </a:solidFill>
                <a:latin typeface="Calibri"/>
                <a:cs typeface="Calibri"/>
              </a:rPr>
              <a:t>converts</a:t>
            </a:r>
            <a:r>
              <a:rPr dirty="0" sz="1450" spc="500">
                <a:solidFill>
                  <a:srgbClr val="030303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F0F0F"/>
                </a:solidFill>
                <a:latin typeface="Calibri"/>
                <a:cs typeface="Calibri"/>
              </a:rPr>
              <a:t>a</a:t>
            </a:r>
            <a:r>
              <a:rPr dirty="0" sz="1450" spc="-8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latin typeface="Calibri"/>
                <a:cs typeface="Calibri"/>
              </a:rPr>
              <a:t>user's</a:t>
            </a:r>
            <a:r>
              <a:rPr dirty="0" sz="1450" spc="-60"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050505"/>
                </a:solidFill>
                <a:latin typeface="Calibri"/>
                <a:cs typeface="Calibri"/>
              </a:rPr>
              <a:t>research</a:t>
            </a:r>
            <a:r>
              <a:rPr dirty="0" sz="1450" spc="-1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latin typeface="Calibri"/>
                <a:cs typeface="Calibri"/>
              </a:rPr>
              <a:t>question</a:t>
            </a:r>
            <a:r>
              <a:rPr dirty="0" sz="1450" spc="65">
                <a:latin typeface="Calibri"/>
                <a:cs typeface="Calibri"/>
              </a:rPr>
              <a:t> </a:t>
            </a:r>
            <a:r>
              <a:rPr dirty="0" sz="1450" spc="-114">
                <a:solidFill>
                  <a:srgbClr val="0E0E0E"/>
                </a:solidFill>
                <a:latin typeface="Calibri"/>
                <a:cs typeface="Calibri"/>
              </a:rPr>
              <a:t>in1o</a:t>
            </a:r>
            <a:r>
              <a:rPr dirty="0" sz="1450" spc="-15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dirty="0" sz="1450" spc="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nructured, </a:t>
            </a:r>
            <a:r>
              <a:rPr dirty="0" sz="1450" spc="-20">
                <a:solidFill>
                  <a:srgbClr val="1A1A1A"/>
                </a:solidFill>
                <a:latin typeface="Calibri"/>
                <a:cs typeface="Calibri"/>
              </a:rPr>
              <a:t>evidence-</a:t>
            </a:r>
            <a:r>
              <a:rPr dirty="0" sz="1450" spc="-10">
                <a:solidFill>
                  <a:srgbClr val="1A1A1A"/>
                </a:solidFill>
                <a:latin typeface="Calibri"/>
                <a:cs typeface="Calibri"/>
              </a:rPr>
              <a:t>backed</a:t>
            </a:r>
            <a:r>
              <a:rPr dirty="0" sz="1450" spc="-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E4EDFF"/>
                </a:solidFill>
                <a:latin typeface="Calibri"/>
                <a:cs typeface="Calibri"/>
              </a:rPr>
              <a:t>strategic</a:t>
            </a:r>
            <a:r>
              <a:rPr dirty="0" sz="1450" spc="65">
                <a:solidFill>
                  <a:srgbClr val="E4EDFF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31313"/>
                </a:solidFill>
                <a:latin typeface="Calibri"/>
                <a:cs typeface="Calibri"/>
              </a:rPr>
              <a:t>regort</a:t>
            </a:r>
            <a:r>
              <a:rPr dirty="0" sz="1450" spc="-2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A1A1A"/>
                </a:solidFill>
                <a:latin typeface="Calibri"/>
                <a:cs typeface="Calibri"/>
              </a:rPr>
              <a:t>using</a:t>
            </a:r>
            <a:r>
              <a:rPr dirty="0" sz="1450" spc="9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31313"/>
                </a:solidFill>
                <a:latin typeface="Calibri"/>
                <a:cs typeface="Calibri"/>
              </a:rPr>
              <a:t>specialized</a:t>
            </a:r>
            <a:endParaRPr sz="1450">
              <a:latin typeface="Calibri"/>
              <a:cs typeface="Calibri"/>
            </a:endParaRPr>
          </a:p>
          <a:p>
            <a:pPr marL="46990" marR="5080" indent="-1905">
              <a:lnSpc>
                <a:spcPts val="1580"/>
              </a:lnSpc>
              <a:spcBef>
                <a:spcPts val="170"/>
              </a:spcBef>
            </a:pPr>
            <a:r>
              <a:rPr dirty="0" sz="1450">
                <a:solidFill>
                  <a:srgbClr val="000A1D"/>
                </a:solidFill>
                <a:latin typeface="Arial MT"/>
                <a:cs typeface="Arial MT"/>
              </a:rPr>
              <a:t>M</a:t>
            </a:r>
            <a:r>
              <a:rPr dirty="0" sz="1450" spc="65">
                <a:solidFill>
                  <a:srgbClr val="000A1D"/>
                </a:solidFill>
                <a:latin typeface="Arial MT"/>
                <a:cs typeface="Arial MT"/>
              </a:rPr>
              <a:t> </a:t>
            </a:r>
            <a:r>
              <a:rPr dirty="0" sz="1450" spc="-100">
                <a:solidFill>
                  <a:srgbClr val="212121"/>
                </a:solidFill>
                <a:latin typeface="Arial MT"/>
                <a:cs typeface="Arial MT"/>
              </a:rPr>
              <a:t>agems,</a:t>
            </a:r>
            <a:r>
              <a:rPr dirty="0" sz="14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 spc="-100">
                <a:solidFill>
                  <a:srgbClr val="0F0F0F"/>
                </a:solidFill>
                <a:latin typeface="Arial MT"/>
                <a:cs typeface="Arial MT"/>
              </a:rPr>
              <a:t>web</a:t>
            </a:r>
            <a:r>
              <a:rPr dirty="0" sz="1450" spc="-1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450" spc="-95">
                <a:solidFill>
                  <a:srgbClr val="1F1F1F"/>
                </a:solidFill>
                <a:latin typeface="Arial MT"/>
                <a:cs typeface="Arial MT"/>
              </a:rPr>
              <a:t>research.</a:t>
            </a:r>
            <a:r>
              <a:rPr dirty="0" sz="1450" spc="-2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450" spc="-60">
                <a:solidFill>
                  <a:srgbClr val="343434"/>
                </a:solidFill>
                <a:latin typeface="Arial MT"/>
                <a:cs typeface="Arial MT"/>
              </a:rPr>
              <a:t>validation,</a:t>
            </a:r>
            <a:r>
              <a:rPr dirty="0" sz="1450" spc="6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1450" spc="-35">
                <a:latin typeface="Arial MT"/>
                <a:cs typeface="Arial MT"/>
              </a:rPr>
              <a:t>citation</a:t>
            </a:r>
            <a:r>
              <a:rPr dirty="0" sz="1450" spc="-140">
                <a:latin typeface="Arial MT"/>
                <a:cs typeface="Arial MT"/>
              </a:rPr>
              <a:t> </a:t>
            </a:r>
            <a:r>
              <a:rPr dirty="0" sz="1450" spc="-65">
                <a:latin typeface="Arial MT"/>
                <a:cs typeface="Arial MT"/>
              </a:rPr>
              <a:t>mapping, </a:t>
            </a:r>
            <a:r>
              <a:rPr dirty="0" sz="1450" spc="-60">
                <a:latin typeface="Arial MT"/>
                <a:cs typeface="Arial MT"/>
              </a:rPr>
              <a:t>persistent</a:t>
            </a:r>
            <a:r>
              <a:rPr dirty="0" sz="1450" spc="-25">
                <a:latin typeface="Arial MT"/>
                <a:cs typeface="Arial MT"/>
              </a:rPr>
              <a:t> </a:t>
            </a:r>
            <a:r>
              <a:rPr dirty="0" sz="1450" spc="-85">
                <a:solidFill>
                  <a:srgbClr val="111111"/>
                </a:solidFill>
                <a:latin typeface="Arial MT"/>
                <a:cs typeface="Arial MT"/>
              </a:rPr>
              <a:t>storage</a:t>
            </a:r>
            <a:r>
              <a:rPr dirty="0" sz="145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50" spc="-125">
                <a:solidFill>
                  <a:srgbClr val="131313"/>
                </a:solidFill>
                <a:latin typeface="Arial MT"/>
                <a:cs typeface="Arial MT"/>
              </a:rPr>
              <a:t>and</a:t>
            </a:r>
            <a:r>
              <a:rPr dirty="0" sz="1450" spc="-114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450" spc="-140">
                <a:latin typeface="Arial MT"/>
                <a:cs typeface="Arial MT"/>
              </a:rPr>
              <a:t>an</a:t>
            </a:r>
            <a:r>
              <a:rPr dirty="0" sz="1450" spc="-60">
                <a:latin typeface="Arial MT"/>
                <a:cs typeface="Arial MT"/>
              </a:rPr>
              <a:t> </a:t>
            </a:r>
            <a:r>
              <a:rPr dirty="0" sz="1450" spc="-95">
                <a:latin typeface="Arial MT"/>
                <a:cs typeface="Arial MT"/>
              </a:rPr>
              <a:t>authenticated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 spc="-125">
                <a:solidFill>
                  <a:srgbClr val="1D1D1D"/>
                </a:solidFill>
                <a:latin typeface="Arial MT"/>
                <a:cs typeface="Arial MT"/>
              </a:rPr>
              <a:t>web</a:t>
            </a:r>
            <a:r>
              <a:rPr dirty="0" sz="1450" spc="-4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1450" spc="-50">
                <a:solidFill>
                  <a:srgbClr val="030303"/>
                </a:solidFill>
                <a:latin typeface="Arial MT"/>
                <a:cs typeface="Arial MT"/>
              </a:rPr>
              <a:t>interface.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481693" y="2680758"/>
            <a:ext cx="43815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175">
                <a:solidFill>
                  <a:srgbClr val="F4E8FF"/>
                </a:solidFill>
                <a:latin typeface="Arial MT"/>
                <a:cs typeface="Arial MT"/>
              </a:rPr>
              <a:t>’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0081111" y="2680758"/>
            <a:ext cx="1757680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50">
                <a:solidFill>
                  <a:srgbClr val="111111"/>
                </a:solidFill>
                <a:latin typeface="Arial MT"/>
                <a:cs typeface="Arial MT"/>
              </a:rPr>
              <a:t>4.</a:t>
            </a:r>
            <a:r>
              <a:rPr dirty="0" sz="1650" spc="-7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650" spc="-80">
                <a:solidFill>
                  <a:srgbClr val="05133F"/>
                </a:solidFill>
                <a:latin typeface="Arial MT"/>
                <a:cs typeface="Arial MT"/>
              </a:rPr>
              <a:t>Project</a:t>
            </a:r>
            <a:r>
              <a:rPr dirty="0" sz="1650" spc="-35">
                <a:solidFill>
                  <a:srgbClr val="05133F"/>
                </a:solidFill>
                <a:latin typeface="Arial MT"/>
                <a:cs typeface="Arial MT"/>
              </a:rPr>
              <a:t> </a:t>
            </a:r>
            <a:r>
              <a:rPr dirty="0" sz="1650" spc="-65">
                <a:solidFill>
                  <a:srgbClr val="3B4167"/>
                </a:solidFill>
                <a:latin typeface="Arial MT"/>
                <a:cs typeface="Arial MT"/>
              </a:rPr>
              <a:t>Objé</a:t>
            </a:r>
            <a:r>
              <a:rPr dirty="0" sz="1650" spc="145">
                <a:solidFill>
                  <a:srgbClr val="3B4167"/>
                </a:solidFill>
                <a:latin typeface="Arial MT"/>
                <a:cs typeface="Arial MT"/>
              </a:rPr>
              <a:t> </a:t>
            </a:r>
            <a:r>
              <a:rPr dirty="0" sz="1650" spc="-75">
                <a:solidFill>
                  <a:srgbClr val="3B4167"/>
                </a:solidFill>
                <a:latin typeface="Arial MT"/>
                <a:cs typeface="Arial MT"/>
              </a:rPr>
              <a:t>dves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822657" y="2981325"/>
            <a:ext cx="261620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-50">
                <a:solidFill>
                  <a:srgbClr val="03750E"/>
                </a:solidFill>
                <a:latin typeface="Courier New"/>
                <a:cs typeface="Courier New"/>
              </a:rPr>
              <a:t>0</a:t>
            </a:r>
            <a:endParaRPr sz="3100">
              <a:latin typeface="Courier New"/>
              <a:cs typeface="Courier New"/>
            </a:endParaRPr>
          </a:p>
        </p:txBody>
      </p:sp>
      <p:pic>
        <p:nvPicPr>
          <p:cNvPr id="56" name="object 56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9915525" y="3590925"/>
            <a:ext cx="409575" cy="114300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10868025" y="3133725"/>
            <a:ext cx="3381375" cy="771525"/>
            <a:chOff x="10868025" y="3133725"/>
            <a:chExt cx="3381375" cy="771525"/>
          </a:xfrm>
        </p:grpSpPr>
        <p:pic>
          <p:nvPicPr>
            <p:cNvPr id="45" name="object 4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144250" y="3429000"/>
              <a:ext cx="1809750" cy="1524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868025" y="3590925"/>
              <a:ext cx="3381375" cy="31432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268075" y="3133725"/>
              <a:ext cx="1466850" cy="2667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3649325" y="3162300"/>
              <a:ext cx="428625" cy="419100"/>
            </a:xfrm>
            <a:prstGeom prst="rect">
              <a:avLst/>
            </a:prstGeom>
          </p:spPr>
        </p:pic>
      </p:grp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50" y="4076700"/>
            <a:ext cx="14478000" cy="419100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2447925" y="4591050"/>
            <a:ext cx="657225" cy="123825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8877300" y="4581525"/>
            <a:ext cx="1266825" cy="333375"/>
            <a:chOff x="8877300" y="4581525"/>
            <a:chExt cx="1266825" cy="333375"/>
          </a:xfrm>
        </p:grpSpPr>
        <p:pic>
          <p:nvPicPr>
            <p:cNvPr id="38" name="object 3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877300" y="4581525"/>
              <a:ext cx="1266825" cy="16192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191625" y="4772025"/>
              <a:ext cx="647700" cy="142875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09625" y="4933950"/>
            <a:ext cx="361950" cy="400050"/>
            <a:chOff x="809625" y="4933950"/>
            <a:chExt cx="361950" cy="400050"/>
          </a:xfrm>
        </p:grpSpPr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95350" y="4933950"/>
              <a:ext cx="200025" cy="20002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9625" y="5162550"/>
              <a:ext cx="361950" cy="17145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2343150" y="4762500"/>
            <a:ext cx="2028825" cy="542925"/>
            <a:chOff x="2343150" y="4762500"/>
            <a:chExt cx="2028825" cy="542925"/>
          </a:xfrm>
        </p:grpSpPr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43150" y="4762500"/>
              <a:ext cx="876300" cy="16192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81275" y="4943475"/>
              <a:ext cx="1790700" cy="361950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5194402" y="4520670"/>
            <a:ext cx="845185" cy="768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335"/>
              </a:lnSpc>
              <a:spcBef>
                <a:spcPts val="105"/>
              </a:spcBef>
            </a:pPr>
            <a:r>
              <a:rPr dirty="0" sz="1350" spc="-10">
                <a:solidFill>
                  <a:srgbClr val="EDFBFF"/>
                </a:solidFill>
                <a:latin typeface="Arial MT"/>
                <a:cs typeface="Arial MT"/>
              </a:rPr>
              <a:t>Backend</a:t>
            </a:r>
            <a:endParaRPr sz="1350">
              <a:latin typeface="Arial MT"/>
              <a:cs typeface="Arial MT"/>
            </a:endParaRPr>
          </a:p>
          <a:p>
            <a:pPr marL="40005">
              <a:lnSpc>
                <a:spcPts val="1695"/>
              </a:lnSpc>
            </a:pPr>
            <a:r>
              <a:rPr dirty="0" sz="1650" spc="-10">
                <a:latin typeface="Arial MT"/>
                <a:cs typeface="Arial MT"/>
              </a:rPr>
              <a:t>travel›</a:t>
            </a:r>
            <a:endParaRPr sz="1650">
              <a:latin typeface="Arial MT"/>
              <a:cs typeface="Arial MT"/>
            </a:endParaRPr>
          </a:p>
          <a:p>
            <a:pPr marL="215265">
              <a:lnSpc>
                <a:spcPct val="100000"/>
              </a:lnSpc>
              <a:spcBef>
                <a:spcPts val="595"/>
              </a:spcBef>
            </a:pPr>
            <a:r>
              <a:rPr dirty="0" sz="1850" spc="-229">
                <a:solidFill>
                  <a:srgbClr val="3D7260"/>
                </a:solidFill>
                <a:latin typeface="Arial MT"/>
                <a:cs typeface="Arial MT"/>
              </a:rPr>
              <a:t>FastAPi</a:t>
            </a:r>
            <a:endParaRPr sz="1850">
              <a:latin typeface="Arial MT"/>
              <a:cs typeface="Arial MT"/>
            </a:endParaRPr>
          </a:p>
        </p:txBody>
      </p:sp>
      <p:pic>
        <p:nvPicPr>
          <p:cNvPr id="57" name="object 57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3220700" y="4591050"/>
            <a:ext cx="666750" cy="123825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3201650" y="4772025"/>
            <a:ext cx="704850" cy="142875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8700" y="5457825"/>
            <a:ext cx="295275" cy="9525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714750" y="5518150"/>
            <a:ext cx="895350" cy="0"/>
          </a:xfrm>
          <a:custGeom>
            <a:avLst/>
            <a:gdLst/>
            <a:ahLst/>
            <a:cxnLst/>
            <a:rect l="l" t="t" r="r" b="b"/>
            <a:pathLst>
              <a:path w="895350" h="0">
                <a:moveTo>
                  <a:pt x="0" y="0"/>
                </a:moveTo>
                <a:lnTo>
                  <a:pt x="895349" y="0"/>
                </a:lnTo>
              </a:path>
            </a:pathLst>
          </a:custGeom>
          <a:ln w="25399">
            <a:solidFill>
              <a:srgbClr val="2B445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3" name="object 3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019675" y="5657850"/>
            <a:ext cx="1019175" cy="104775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6438900" y="5067300"/>
            <a:ext cx="2781300" cy="733425"/>
            <a:chOff x="6438900" y="5067300"/>
            <a:chExt cx="2781300" cy="733425"/>
          </a:xfrm>
        </p:grpSpPr>
        <p:pic>
          <p:nvPicPr>
            <p:cNvPr id="41" name="object 4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438900" y="5429250"/>
              <a:ext cx="2781300" cy="37147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010400" y="5067300"/>
              <a:ext cx="2066925" cy="361950"/>
            </a:xfrm>
            <a:prstGeom prst="rect">
              <a:avLst/>
            </a:prstGeom>
          </p:spPr>
        </p:pic>
      </p:grpSp>
      <p:pic>
        <p:nvPicPr>
          <p:cNvPr id="49" name="object 4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9286875" y="5067300"/>
            <a:ext cx="2886075" cy="609600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13277685" y="4995333"/>
            <a:ext cx="851535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80">
                <a:latin typeface="Arial MT"/>
                <a:cs typeface="Arial MT"/>
              </a:rPr>
              <a:t>supabase</a:t>
            </a:r>
            <a:endParaRPr sz="165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466975" y="5800725"/>
            <a:ext cx="2143125" cy="209550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972050" y="5895975"/>
            <a:ext cx="990600" cy="171450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13068300" y="5629275"/>
            <a:ext cx="981075" cy="466725"/>
            <a:chOff x="13068300" y="5629275"/>
            <a:chExt cx="981075" cy="466725"/>
          </a:xfrm>
        </p:grpSpPr>
        <p:pic>
          <p:nvPicPr>
            <p:cNvPr id="53" name="object 5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3296900" y="5629275"/>
              <a:ext cx="514350" cy="21907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3068300" y="5876925"/>
              <a:ext cx="981075" cy="219075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038725" y="6143625"/>
            <a:ext cx="981075" cy="13335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38150" y="6521450"/>
            <a:ext cx="1123950" cy="0"/>
          </a:xfrm>
          <a:custGeom>
            <a:avLst/>
            <a:gdLst/>
            <a:ahLst/>
            <a:cxnLst/>
            <a:rect l="l" t="t" r="r" b="b"/>
            <a:pathLst>
              <a:path w="1123950" h="0">
                <a:moveTo>
                  <a:pt x="0" y="0"/>
                </a:moveTo>
                <a:lnTo>
                  <a:pt x="1123949" y="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371475" y="6286500"/>
            <a:ext cx="13839825" cy="3238500"/>
            <a:chOff x="371475" y="6286500"/>
            <a:chExt cx="13839825" cy="323850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43375" y="8039100"/>
              <a:ext cx="180975" cy="10763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72075" y="8096250"/>
              <a:ext cx="123825" cy="4381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1475" y="6915150"/>
              <a:ext cx="4810125" cy="2209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29225" y="6572250"/>
              <a:ext cx="8982075" cy="29527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954000" y="6400800"/>
              <a:ext cx="1200150" cy="1619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48725" y="6286500"/>
              <a:ext cx="342900" cy="133350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434371" y="5621866"/>
            <a:ext cx="1102360" cy="84518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ctr" marL="12700" marR="5080">
              <a:lnSpc>
                <a:spcPct val="77600"/>
              </a:lnSpc>
              <a:spcBef>
                <a:spcPts val="495"/>
              </a:spcBef>
            </a:pPr>
            <a:r>
              <a:rPr dirty="0" sz="1450" spc="-150">
                <a:latin typeface="Cambria"/>
                <a:cs typeface="Cambria"/>
              </a:rPr>
              <a:t>Submit</a:t>
            </a:r>
            <a:r>
              <a:rPr dirty="0" sz="1450" spc="90">
                <a:latin typeface="Cambria"/>
                <a:cs typeface="Cambria"/>
              </a:rPr>
              <a:t> </a:t>
            </a:r>
            <a:r>
              <a:rPr dirty="0" sz="1450" spc="-155">
                <a:solidFill>
                  <a:srgbClr val="131313"/>
                </a:solidFill>
                <a:latin typeface="Cambria"/>
                <a:cs typeface="Cambria"/>
              </a:rPr>
              <a:t>Research</a:t>
            </a:r>
            <a:r>
              <a:rPr dirty="0" sz="1450" spc="-25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1450" spc="-25">
                <a:solidFill>
                  <a:srgbClr val="1A1A1A"/>
                </a:solidFill>
                <a:latin typeface="Cambria"/>
                <a:cs typeface="Cambria"/>
              </a:rPr>
              <a:t>Ouestion</a:t>
            </a:r>
            <a:endParaRPr sz="1450">
              <a:latin typeface="Cambria"/>
              <a:cs typeface="Cambria"/>
            </a:endParaRPr>
          </a:p>
          <a:p>
            <a:pPr algn="ctr" marL="38100" marR="34290" indent="27305">
              <a:lnSpc>
                <a:spcPts val="1580"/>
              </a:lnSpc>
              <a:spcBef>
                <a:spcPts val="250"/>
              </a:spcBef>
            </a:pPr>
            <a:r>
              <a:rPr dirty="0" sz="1350" spc="-130">
                <a:solidFill>
                  <a:srgbClr val="1A1A1A"/>
                </a:solidFill>
                <a:latin typeface="Arial MT"/>
                <a:cs typeface="Arial MT"/>
              </a:rPr>
              <a:t>View</a:t>
            </a:r>
            <a:r>
              <a:rPr dirty="0" sz="1350" spc="-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080808"/>
                </a:solidFill>
                <a:latin typeface="Arial MT"/>
                <a:cs typeface="Arial MT"/>
              </a:rPr>
              <a:t>Repons </a:t>
            </a:r>
            <a:r>
              <a:rPr dirty="0" sz="1350" spc="-140">
                <a:solidFill>
                  <a:srgbClr val="111111"/>
                </a:solidFill>
                <a:latin typeface="Arial MT"/>
                <a:cs typeface="Arial MT"/>
              </a:rPr>
              <a:t>Manage</a:t>
            </a:r>
            <a:r>
              <a:rPr dirty="0" sz="135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350" spc="-90">
                <a:solidFill>
                  <a:srgbClr val="0F0F0F"/>
                </a:solidFill>
                <a:latin typeface="Arial MT"/>
                <a:cs typeface="Arial MT"/>
              </a:rPr>
              <a:t>History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333675" y="5577945"/>
            <a:ext cx="922019" cy="2317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5">
                <a:solidFill>
                  <a:srgbClr val="151515"/>
                </a:solidFill>
                <a:latin typeface="Arial MT"/>
                <a:cs typeface="Arial MT"/>
              </a:rPr>
              <a:t>éuthentica‹ion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413220" y="6076950"/>
            <a:ext cx="75692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14">
                <a:solidFill>
                  <a:srgbClr val="1C1C1C"/>
                </a:solidFill>
                <a:latin typeface="Arial MT"/>
                <a:cs typeface="Arial MT"/>
              </a:rPr>
              <a:t>Report</a:t>
            </a:r>
            <a:r>
              <a:rPr dirty="0" sz="1250" spc="6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250" spc="-50">
                <a:solidFill>
                  <a:srgbClr val="343434"/>
                </a:solidFill>
                <a:latin typeface="Arial MT"/>
                <a:cs typeface="Arial MT"/>
              </a:rPr>
              <a:t>view</a:t>
            </a:r>
            <a:endParaRPr sz="1250">
              <a:latin typeface="Arial MT"/>
              <a:cs typeface="Arial MT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305800" y="6048375"/>
            <a:ext cx="390525" cy="390525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782050" y="6086475"/>
            <a:ext cx="504825" cy="12382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266950" y="6391275"/>
            <a:ext cx="1104900" cy="13335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095875" y="6343650"/>
            <a:ext cx="866775" cy="15240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9629775" y="6048375"/>
            <a:ext cx="1371600" cy="390525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13252665" y="6105525"/>
            <a:ext cx="59753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60">
                <a:solidFill>
                  <a:srgbClr val="363636"/>
                </a:solidFill>
                <a:latin typeface="Arial MT"/>
                <a:cs typeface="Arial MT"/>
              </a:rPr>
              <a:t>User</a:t>
            </a:r>
            <a:r>
              <a:rPr dirty="0" sz="1250" spc="1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1250" spc="-140">
                <a:solidFill>
                  <a:srgbClr val="181818"/>
                </a:solidFill>
                <a:latin typeface="Arial MT"/>
                <a:cs typeface="Arial MT"/>
              </a:rPr>
              <a:t>Oata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2026-10-03T04:37:23Z</dcterms:created>
  <dcterms:modified xsi:type="dcterms:W3CDTF">2026-10-03T04:37:23Z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2026-10-03T00:00:00Z</vt:filetime>
  </property>
  <property fmtid="{D5CDD505-2E9C-101B-9397-08002B2CF9AE}" pid="4" name="LastSaved">
    <vt:filetime>2026-10-03T00:00:00Z</vt:filetime>
  </property>
  <property fmtid="{D5CDD505-2E9C-101B-9397-08002B2CF9AE}" pid="5" name="Producer">
    <vt:lpwstr>iLovePDF</vt:lpwstr>
  </property>
</Properties>
</file>